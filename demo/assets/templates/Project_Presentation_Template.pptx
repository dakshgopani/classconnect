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Project Presentation</a:t>
            </a:r>
          </a:p>
          <a:p>
            <a:pPr algn="ctr">
              <a:defRPr sz="1800">
                <a:solidFill>
                  <a:srgbClr val="CBD5E1"/>
                </a:solidFill>
              </a:defRPr>
            </a:pPr>
            <a:r>
              <a:t>[Project Name | Team Details]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75569"/>
                </a:solidFill>
              </a:defRPr>
            </a:pPr>
            <a:r>
              <a:t>[Add content here]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75569"/>
                </a:solidFill>
              </a:defRPr>
            </a:pPr>
            <a:r>
              <a:t>[Add content here]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75569"/>
                </a:solidFill>
              </a:defRPr>
            </a:pPr>
            <a:r>
              <a:t>[Add content here]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75569"/>
                </a:solidFill>
              </a:defRPr>
            </a:pPr>
            <a:r>
              <a:t>[Add content here]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System Architecture / Flowchart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75569"/>
                </a:solidFill>
              </a:defRPr>
            </a:pPr>
            <a:r>
              <a:t>[Add content here]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75569"/>
                </a:solidFill>
              </a:defRPr>
            </a:pPr>
            <a:r>
              <a:t>[Add content here]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Implementation / Screenshots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75569"/>
                </a:solidFill>
              </a:defRPr>
            </a:pPr>
            <a:r>
              <a:t>[Add content here]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75569"/>
                </a:solidFill>
              </a:defRPr>
            </a:pPr>
            <a:r>
              <a:t>[Add content here]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Conclusion &amp;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75569"/>
                </a:solidFill>
              </a:defRPr>
            </a:pPr>
            <a:r>
              <a:t>[Add content here]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